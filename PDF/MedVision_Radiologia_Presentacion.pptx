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Educativa · Imagenología Médica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MedVision</a:t>
            </a:r>
            <a:endParaRPr lang="en-US" sz="4000" dirty="0"/>
          </a:p>
          <a:p>
            <a:pPr indent="0" marL="0">
              <a:buNone/>
            </a:pPr>
            <a:r>
              <a:rPr lang="en-US" sz="4000" b="1" i="1" dirty="0">
                <a:solidFill>
                  <a:srgbClr val="00E6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Radiología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Visor DICOM educativo con casos clínicos reales.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Tomografías, resonancias y estudios radiológicos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formación clínica en Chile.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00E6E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Chilena Digital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457200"/>
            <a:ext cx="4114800" cy="2240280"/>
          </a:xfrm>
          <a:prstGeom prst="rect">
            <a:avLst/>
          </a:prstGeom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4846320" y="292608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0D3B5E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29260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del Ecosistema SOFTWARE TRUJILLO — 11 Software Educativos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 Actual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371600" cy="36576"/>
          </a:xfrm>
          <a:prstGeom prst="rect">
            <a:avLst/>
          </a:prstGeom>
          <a:solidFill>
            <a:srgbClr val="00E6E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7863840" cy="777240"/>
          </a:xfrm>
          <a:prstGeom prst="rect">
            <a:avLst/>
          </a:prstGeom>
          <a:solidFill>
            <a:srgbClr val="111E3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54864" cy="7772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acceso a casos reales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62763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de radiología e imagenología aprenden con imágenes estáticas de libros, sin interactividad ni profundidad clínica.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7863840" cy="777240"/>
          </a:xfrm>
          <a:prstGeom prst="rect">
            <a:avLst/>
          </a:prstGeom>
          <a:solidFill>
            <a:srgbClr val="111E36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194560"/>
            <a:ext cx="54864" cy="7772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40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Equipamiento inaccesible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54203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Acceder a un tomógrafo o resonador para fines educativos es costoso y logísticamente complejo para las instituciones.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7863840" cy="777240"/>
          </a:xfrm>
          <a:prstGeom prst="rect">
            <a:avLst/>
          </a:prstGeom>
          <a:solidFill>
            <a:srgbClr val="111E36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108960"/>
            <a:ext cx="54864" cy="7772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teoría vs. práctica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45643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egresar, los tecnólogos médicos deben re-aprender a interpretar estudios reales desde cero en el campo laboral.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7863840" cy="777240"/>
          </a:xfrm>
          <a:prstGeom prst="rect">
            <a:avLst/>
          </a:prstGeom>
          <a:solidFill>
            <a:srgbClr val="111E3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4023360"/>
            <a:ext cx="54864" cy="7772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069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 necesita digitalización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37083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educación en salud en Chile requiere herramientas digitales que acerquen la realidad clínica al aula sin depender de hospitales.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Solución: MedVision Radiología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828800" cy="36576"/>
          </a:xfrm>
          <a:prstGeom prst="rect">
            <a:avLst/>
          </a:prstGeom>
          <a:solidFill>
            <a:srgbClr val="00E6E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Visor DICOM profesional integrado en el aula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783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clínicos reales: TC, RM, Rayos X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2316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872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estudios radiológicos reales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1752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88720" y="2971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para la educación chilena digitalizada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61188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88720" y="3566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medición y análisis de imagen</a:t>
            </a:r>
            <a:endParaRPr lang="en-US" sz="13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206240"/>
            <a:ext cx="274320" cy="274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188720" y="4160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necesidad de equipamiento hospitalario</a:t>
            </a:r>
            <a:endParaRPr lang="en-US" sz="13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1097280"/>
            <a:ext cx="4023360" cy="2185416"/>
          </a:xfrm>
          <a:prstGeom prst="rect">
            <a:avLst/>
          </a:prstGeom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pic>
      <p:sp>
        <p:nvSpPr>
          <p:cNvPr id="17" name="Shape 8"/>
          <p:cNvSpPr/>
          <p:nvPr/>
        </p:nvSpPr>
        <p:spPr>
          <a:xfrm>
            <a:off x="4846320" y="3474720"/>
            <a:ext cx="4023360" cy="1188720"/>
          </a:xfrm>
          <a:prstGeom prst="rect">
            <a:avLst/>
          </a:prstGeom>
          <a:solidFill>
            <a:srgbClr val="0D3044"/>
          </a:solidFill>
          <a:ln/>
        </p:spPr>
      </p:sp>
      <p:sp>
        <p:nvSpPr>
          <p:cNvPr id="18" name="Text 9"/>
          <p:cNvSpPr/>
          <p:nvPr/>
        </p:nvSpPr>
        <p:spPr>
          <a:xfrm>
            <a:off x="5029200" y="3566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alumnos ven exactamente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 un radiólogo real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biopsia de pulmón, mediastino,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estudios craneales y más — desde el laboratorio.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Módulos y Capacidades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645920" cy="36576"/>
          </a:xfrm>
          <a:prstGeom prst="rect">
            <a:avLst/>
          </a:prstGeom>
          <a:solidFill>
            <a:srgbClr val="00E6E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3886200" cy="1051560"/>
          </a:xfrm>
          <a:prstGeom prst="rect">
            <a:avLst/>
          </a:prstGeom>
          <a:solidFill>
            <a:srgbClr val="111E3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" cy="10515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61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Visor DICOM Real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6459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completa de estudios DICOM con controles de brillo, contraste, zoom y medición profesional.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188720"/>
            <a:ext cx="3886200" cy="1051560"/>
          </a:xfrm>
          <a:prstGeom prst="rect">
            <a:avLst/>
          </a:prstGeom>
          <a:solidFill>
            <a:srgbClr val="111E36"/>
          </a:solidFill>
          <a:ln/>
        </p:spPr>
      </p:sp>
      <p:sp>
        <p:nvSpPr>
          <p:cNvPr id="9" name="Shape 7"/>
          <p:cNvSpPr/>
          <p:nvPr/>
        </p:nvSpPr>
        <p:spPr>
          <a:xfrm>
            <a:off x="4800600" y="1188720"/>
            <a:ext cx="54864" cy="1051560"/>
          </a:xfrm>
          <a:prstGeom prst="rect">
            <a:avLst/>
          </a:prstGeom>
          <a:solidFill>
            <a:srgbClr val="00E6E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261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Tomografía Computarizada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Estudios TC reales: cortes axiales, sagitales y coronales. Casos de biopsia pulmonar y mediastino.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423160"/>
            <a:ext cx="3886200" cy="1051560"/>
          </a:xfrm>
          <a:prstGeom prst="rect">
            <a:avLst/>
          </a:prstGeom>
          <a:solidFill>
            <a:srgbClr val="111E36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423160"/>
            <a:ext cx="54864" cy="1051560"/>
          </a:xfrm>
          <a:prstGeom prst="rect">
            <a:avLst/>
          </a:prstGeom>
          <a:solidFill>
            <a:srgbClr val="26C6D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496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Resonancia Magnética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8803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Estudios de RM cerebrales, articulares y abdominales con secuencias T1, T2 y FLAIR reales.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423160"/>
            <a:ext cx="3886200" cy="1051560"/>
          </a:xfrm>
          <a:prstGeom prst="rect">
            <a:avLst/>
          </a:prstGeom>
          <a:solidFill>
            <a:srgbClr val="111E36"/>
          </a:solidFill>
          <a:ln/>
        </p:spPr>
      </p:sp>
      <p:sp>
        <p:nvSpPr>
          <p:cNvPr id="17" name="Shape 15"/>
          <p:cNvSpPr/>
          <p:nvPr/>
        </p:nvSpPr>
        <p:spPr>
          <a:xfrm>
            <a:off x="4800600" y="2423160"/>
            <a:ext cx="54864" cy="1051560"/>
          </a:xfrm>
          <a:prstGeom prst="rect">
            <a:avLst/>
          </a:prstGeom>
          <a:solidFill>
            <a:srgbClr val="4DD0E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496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Casos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8803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Colección creciente de estudios clínicos reales organizados por región anatómica y patología.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3886200" cy="1051560"/>
          </a:xfrm>
          <a:prstGeom prst="rect">
            <a:avLst/>
          </a:prstGeom>
          <a:solidFill>
            <a:srgbClr val="111E36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657600"/>
            <a:ext cx="54864" cy="1051560"/>
          </a:xfrm>
          <a:prstGeom prst="rect">
            <a:avLst/>
          </a:prstGeom>
          <a:solidFill>
            <a:srgbClr val="80DEE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730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Interactivo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1148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 integradas para que el alumno identifique hallazgos radiológicos en casos reales.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3657600"/>
            <a:ext cx="3886200" cy="1051560"/>
          </a:xfrm>
          <a:prstGeom prst="rect">
            <a:avLst/>
          </a:prstGeom>
          <a:solidFill>
            <a:srgbClr val="111E36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0600" y="3657600"/>
            <a:ext cx="54864" cy="1051560"/>
          </a:xfrm>
          <a:prstGeom prst="rect">
            <a:avLst/>
          </a:prstGeom>
          <a:solidFill>
            <a:srgbClr val="B2EBF2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730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Radiológica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41148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anatómico correlacionado con imágenes radiológicas para aprendizaje integrado.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Carreras que se Benefician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828800" cy="36576"/>
          </a:xfrm>
          <a:prstGeom prst="rect">
            <a:avLst/>
          </a:prstGeom>
          <a:solidFill>
            <a:srgbClr val="00E6E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3931920" cy="685800"/>
          </a:xfrm>
          <a:prstGeom prst="rect">
            <a:avLst/>
          </a:prstGeom>
          <a:solidFill>
            <a:srgbClr val="111E3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1887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Médica — Imagenología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057400"/>
            <a:ext cx="3931920" cy="685800"/>
          </a:xfrm>
          <a:prstGeom prst="rect">
            <a:avLst/>
          </a:prstGeom>
          <a:solidFill>
            <a:srgbClr val="111E3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057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2926080"/>
            <a:ext cx="3931920" cy="685800"/>
          </a:xfrm>
          <a:prstGeom prst="rect">
            <a:avLst/>
          </a:prstGeom>
          <a:solidFill>
            <a:srgbClr val="111E3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0896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29260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Enfermería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40080" y="3794760"/>
            <a:ext cx="3931920" cy="685800"/>
          </a:xfrm>
          <a:prstGeom prst="rect">
            <a:avLst/>
          </a:prstGeom>
          <a:solidFill>
            <a:srgbClr val="111E36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9776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37947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Kinesiología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846320" y="1188720"/>
            <a:ext cx="3931920" cy="685800"/>
          </a:xfrm>
          <a:prstGeom prst="rect">
            <a:avLst/>
          </a:prstGeom>
          <a:solidFill>
            <a:srgbClr val="111E36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37160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486400" y="11887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Odontología (radiología oral)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4846320" y="2057400"/>
            <a:ext cx="3931920" cy="685800"/>
          </a:xfrm>
          <a:prstGeom prst="rect">
            <a:avLst/>
          </a:prstGeom>
          <a:solidFill>
            <a:srgbClr val="111E36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240280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486400" y="2057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/ Técnico en Enfermería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4846320" y="2926080"/>
            <a:ext cx="3931920" cy="685800"/>
          </a:xfrm>
          <a:prstGeom prst="rect">
            <a:avLst/>
          </a:prstGeom>
          <a:solidFill>
            <a:srgbClr val="111E36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108960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486400" y="29260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en Radiología</a:t>
            </a:r>
            <a:endParaRPr lang="en-US" sz="1400" dirty="0"/>
          </a:p>
        </p:txBody>
      </p:sp>
      <p:sp>
        <p:nvSpPr>
          <p:cNvPr id="25" name="Shape 16"/>
          <p:cNvSpPr/>
          <p:nvPr/>
        </p:nvSpPr>
        <p:spPr>
          <a:xfrm>
            <a:off x="4846320" y="3794760"/>
            <a:ext cx="3931920" cy="685800"/>
          </a:xfrm>
          <a:prstGeom prst="rect">
            <a:avLst/>
          </a:prstGeom>
          <a:solidFill>
            <a:srgbClr val="111E36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977640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486400" y="37947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Carreras afines del área salud</a:t>
            </a:r>
            <a:endParaRPr lang="en-US" sz="1400" dirty="0"/>
          </a:p>
        </p:txBody>
      </p:sp>
      <p:sp>
        <p:nvSpPr>
          <p:cNvPr id="28" name="Shape 18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solidFill>
            <a:srgbClr val="0D3044"/>
          </a:solidFill>
          <a:ln/>
        </p:spPr>
      </p:sp>
      <p:sp>
        <p:nvSpPr>
          <p:cNvPr id="29" name="Text 19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software — múltiples carreras del área salud en tu institución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Parte del Ecosistema Trujillo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828800" cy="36576"/>
          </a:xfrm>
          <a:prstGeom prst="rect">
            <a:avLst/>
          </a:prstGeom>
          <a:solidFill>
            <a:srgbClr val="00E6E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MedVision Radiología se integra al ecosistema de 11 software educativos especializados, cubriendo ingeniería, construcción, salud y ciencias en una sola suscripción institucional.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920240" cy="777240"/>
          </a:xfrm>
          <a:prstGeom prst="rect">
            <a:avLst/>
          </a:prstGeom>
          <a:solidFill>
            <a:srgbClr val="111E3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042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TRUJILLO Eléctrico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0" y="1920240"/>
            <a:ext cx="1920240" cy="777240"/>
          </a:xfrm>
          <a:prstGeom prst="rect">
            <a:avLst/>
          </a:prstGeom>
          <a:solidFill>
            <a:srgbClr val="111E36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💧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34640" y="23042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TRUJILLO Agua Potable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920240"/>
            <a:ext cx="1920240" cy="777240"/>
          </a:xfrm>
          <a:prstGeom prst="rect">
            <a:avLst/>
          </a:prstGeom>
          <a:solidFill>
            <a:srgbClr val="111E3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3042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TRUJILLO Alcantarillado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49440" y="1920240"/>
            <a:ext cx="1920240" cy="777240"/>
          </a:xfrm>
          <a:prstGeom prst="rect">
            <a:avLst/>
          </a:prstGeom>
          <a:solidFill>
            <a:srgbClr val="111E36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40880" y="23042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TRUJILLO Estructural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2880360"/>
            <a:ext cx="1920240" cy="777240"/>
          </a:xfrm>
          <a:prstGeom prst="rect">
            <a:avLst/>
          </a:prstGeom>
          <a:solidFill>
            <a:srgbClr val="111E3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" y="32644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ingeLAB 3D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0" y="2880360"/>
            <a:ext cx="1920240" cy="777240"/>
          </a:xfrm>
          <a:prstGeom prst="rect">
            <a:avLst/>
          </a:prstGeom>
          <a:solidFill>
            <a:srgbClr val="111E36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0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🛢️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834640" y="32644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TRUJILLO Estanques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2880360"/>
            <a:ext cx="1920240" cy="777240"/>
          </a:xfrm>
          <a:prstGeom prst="rect">
            <a:avLst/>
          </a:prstGeom>
          <a:solidFill>
            <a:srgbClr val="111E36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37760" y="32644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TRUJILLO Cubicaciones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49440" y="2880360"/>
            <a:ext cx="1920240" cy="777240"/>
          </a:xfrm>
          <a:prstGeom prst="rect">
            <a:avLst/>
          </a:prstGeom>
          <a:solidFill>
            <a:srgbClr val="111E36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🧬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40880" y="32644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3D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3840480"/>
            <a:ext cx="1920240" cy="777240"/>
          </a:xfrm>
          <a:prstGeom prst="rect">
            <a:avLst/>
          </a:prstGeom>
          <a:solidFill>
            <a:srgbClr val="111E36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886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1520" y="4224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PharmaLab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0" y="3840480"/>
            <a:ext cx="1920240" cy="777240"/>
          </a:xfrm>
          <a:prstGeom prst="rect">
            <a:avLst/>
          </a:prstGeom>
          <a:solidFill>
            <a:srgbClr val="111E36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0" y="3886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🛣️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834640" y="4224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PaviLab 3D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3840480"/>
            <a:ext cx="1920240" cy="777240"/>
          </a:xfrm>
          <a:prstGeom prst="rect">
            <a:avLst/>
          </a:prstGeom>
          <a:solidFill>
            <a:srgbClr val="0D3044"/>
          </a:solidFill>
          <a:ln w="19050">
            <a:solidFill>
              <a:srgbClr val="00E6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886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937760" y="4224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MedVision Radiología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Digitaliza la educación
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i="1" dirty="0">
                <a:solidFill>
                  <a:srgbClr val="00E6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salud de Chile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25603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MedVision Radiología permite que tus estudiantes accedan a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clínicos reales desde el primer día — sin hospitales, sin esperas.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926080" y="3657600"/>
            <a:ext cx="3291840" cy="548640"/>
          </a:xfrm>
          <a:prstGeom prst="roundRect">
            <a:avLst>
              <a:gd name="adj" fmla="val 16667"/>
            </a:avLst>
          </a:prstGeom>
          <a:solidFill>
            <a:srgbClr val="00E6E6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0" y="3657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tu Demo Ahora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TRUJILLO — Ecosistema Educativo Digital · 11 Software Especializados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MedVision Radiología — Visor DICOM Educativo</dc:title>
  <dc:subject>PptxGenJS Presentation</dc:subject>
  <dc:creator>Software Trujillo</dc:creator>
  <cp:lastModifiedBy>Software Trujillo</cp:lastModifiedBy>
  <cp:revision>1</cp:revision>
  <dcterms:created xsi:type="dcterms:W3CDTF">2026-03-05T12:36:24Z</dcterms:created>
  <dcterms:modified xsi:type="dcterms:W3CDTF">2026-03-05T12:36:24Z</dcterms:modified>
</cp:coreProperties>
</file>